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4308" autoAdjust="0"/>
  </p:normalViewPr>
  <p:slideViewPr>
    <p:cSldViewPr snapToGrid="0">
      <p:cViewPr varScale="1">
        <p:scale>
          <a:sx n="110" d="100"/>
          <a:sy n="110" d="100"/>
        </p:scale>
        <p:origin x="59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9C9B9-ED5D-43CB-AC1B-AF4C7874EDD9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B6242-4F95-4AEC-A1DF-6509612D2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28421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9C9B9-ED5D-43CB-AC1B-AF4C7874EDD9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B6242-4F95-4AEC-A1DF-6509612D2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268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9C9B9-ED5D-43CB-AC1B-AF4C7874EDD9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B6242-4F95-4AEC-A1DF-6509612D2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046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9C9B9-ED5D-43CB-AC1B-AF4C7874EDD9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B6242-4F95-4AEC-A1DF-6509612D2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71636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9C9B9-ED5D-43CB-AC1B-AF4C7874EDD9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B6242-4F95-4AEC-A1DF-6509612D2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3040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9C9B9-ED5D-43CB-AC1B-AF4C7874EDD9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B6242-4F95-4AEC-A1DF-6509612D2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1561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9C9B9-ED5D-43CB-AC1B-AF4C7874EDD9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B6242-4F95-4AEC-A1DF-6509612D2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27213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9C9B9-ED5D-43CB-AC1B-AF4C7874EDD9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B6242-4F95-4AEC-A1DF-6509612D2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16685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9C9B9-ED5D-43CB-AC1B-AF4C7874EDD9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B6242-4F95-4AEC-A1DF-6509612D2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2927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9C9B9-ED5D-43CB-AC1B-AF4C7874EDD9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B6242-4F95-4AEC-A1DF-6509612D2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9214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9C9B9-ED5D-43CB-AC1B-AF4C7874EDD9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B6242-4F95-4AEC-A1DF-6509612D2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396646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9C9B9-ED5D-43CB-AC1B-AF4C7874EDD9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B6242-4F95-4AEC-A1DF-6509612D273F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048868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9C9B9-ED5D-43CB-AC1B-AF4C7874EDD9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B6242-4F95-4AEC-A1DF-6509612D2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02377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9C9B9-ED5D-43CB-AC1B-AF4C7874EDD9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B6242-4F95-4AEC-A1DF-6509612D2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1938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9C9B9-ED5D-43CB-AC1B-AF4C7874EDD9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B6242-4F95-4AEC-A1DF-6509612D2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55456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9C9B9-ED5D-43CB-AC1B-AF4C7874EDD9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B6242-4F95-4AEC-A1DF-6509612D2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134847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9C9B9-ED5D-43CB-AC1B-AF4C7874EDD9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B6242-4F95-4AEC-A1DF-6509612D2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0474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C969C9B9-ED5D-43CB-AC1B-AF4C7874EDD9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EB6242-4F95-4AEC-A1DF-6509612D2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9600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3FEB26-A58C-3CF3-1CBF-72517D6634F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Система регистрации и входа в систему</a:t>
            </a:r>
            <a:endParaRPr lang="en-US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45F1C4C-0AD6-B01B-BCA8-EEC0A5C44A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925518"/>
            <a:ext cx="9144000" cy="1655762"/>
          </a:xfrm>
        </p:spPr>
        <p:txBody>
          <a:bodyPr/>
          <a:lstStyle/>
          <a:p>
            <a:r>
              <a:rPr lang="ru-RU" dirty="0"/>
              <a:t>Подготовлено Калиевой </a:t>
            </a:r>
            <a:r>
              <a:rPr lang="ru-RU" dirty="0" err="1"/>
              <a:t>Девией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8588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61E4DB7-0B2A-7626-2625-3F8A455823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Актуальность: </a:t>
            </a:r>
            <a:r>
              <a:rPr lang="ru-RU" b="1" dirty="0"/>
              <a:t>для чего может использоваться?</a:t>
            </a:r>
            <a:endParaRPr lang="en-US" b="1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2D845B3-73C7-D705-BD86-13295E273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06662"/>
            <a:ext cx="10515600" cy="4351338"/>
          </a:xfrm>
        </p:spPr>
        <p:txBody>
          <a:bodyPr/>
          <a:lstStyle/>
          <a:p>
            <a:r>
              <a:rPr lang="ru-RU" dirty="0"/>
              <a:t>На сайтах </a:t>
            </a:r>
            <a:r>
              <a:rPr lang="ru-RU" b="1" dirty="0"/>
              <a:t>интернет-магазинов</a:t>
            </a:r>
            <a:r>
              <a:rPr lang="ru-RU" dirty="0"/>
              <a:t>, для оформления заказов</a:t>
            </a:r>
          </a:p>
          <a:p>
            <a:r>
              <a:rPr lang="ru-RU" dirty="0"/>
              <a:t>На сайтах предоставления </a:t>
            </a:r>
            <a:r>
              <a:rPr lang="ru-RU" b="1" dirty="0"/>
              <a:t>индивидуальных услуг</a:t>
            </a:r>
          </a:p>
          <a:p>
            <a:r>
              <a:rPr lang="ru-RU" dirty="0"/>
              <a:t>Сайты </a:t>
            </a:r>
            <a:r>
              <a:rPr lang="ru-RU" b="1" dirty="0"/>
              <a:t>блогов</a:t>
            </a:r>
          </a:p>
          <a:p>
            <a:r>
              <a:rPr lang="ru-RU" dirty="0"/>
              <a:t>Регистрации в </a:t>
            </a:r>
            <a:r>
              <a:rPr lang="ru-RU" b="1" dirty="0"/>
              <a:t>бонусной системе</a:t>
            </a:r>
            <a:r>
              <a:rPr lang="en-US" dirty="0"/>
              <a:t> </a:t>
            </a:r>
            <a:r>
              <a:rPr lang="ru-RU" dirty="0"/>
              <a:t>интернет-магазинов</a:t>
            </a:r>
          </a:p>
          <a:p>
            <a:endParaRPr lang="en-US" dirty="0"/>
          </a:p>
        </p:txBody>
      </p:sp>
      <p:sp>
        <p:nvSpPr>
          <p:cNvPr id="4" name="Подзаголовок 2">
            <a:extLst>
              <a:ext uri="{FF2B5EF4-FFF2-40B4-BE49-F238E27FC236}">
                <a16:creationId xmlns:a16="http://schemas.microsoft.com/office/drawing/2014/main" id="{0D295D3A-FC6D-AFA8-1C95-A1E48ADF908D}"/>
              </a:ext>
            </a:extLst>
          </p:cNvPr>
          <p:cNvSpPr txBox="1">
            <a:spLocks/>
          </p:cNvSpPr>
          <p:nvPr/>
        </p:nvSpPr>
        <p:spPr>
          <a:xfrm>
            <a:off x="3990293" y="6492875"/>
            <a:ext cx="9144000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000" dirty="0"/>
              <a:t>Подготовлено Калиевой </a:t>
            </a:r>
            <a:r>
              <a:rPr lang="ru-RU" sz="2000" dirty="0" err="1"/>
              <a:t>Девией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597928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AA39E7B-26E7-F8D5-9F40-B7B54240D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Цели проекта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5751CF2-1FE3-0A0D-B357-9232D61F1F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Разработать систему регистрации и логина</a:t>
            </a:r>
          </a:p>
          <a:p>
            <a:r>
              <a:rPr lang="ru-RU" dirty="0"/>
              <a:t>Создать дизайн</a:t>
            </a:r>
          </a:p>
          <a:p>
            <a:r>
              <a:rPr lang="ru-RU" dirty="0"/>
              <a:t>Подключить базу данных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Подзаголовок 2">
            <a:extLst>
              <a:ext uri="{FF2B5EF4-FFF2-40B4-BE49-F238E27FC236}">
                <a16:creationId xmlns:a16="http://schemas.microsoft.com/office/drawing/2014/main" id="{BB76DA4E-4F4E-2D47-8F34-05060BF15088}"/>
              </a:ext>
            </a:extLst>
          </p:cNvPr>
          <p:cNvSpPr txBox="1">
            <a:spLocks/>
          </p:cNvSpPr>
          <p:nvPr/>
        </p:nvSpPr>
        <p:spPr>
          <a:xfrm>
            <a:off x="4094386" y="6492875"/>
            <a:ext cx="9144000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000" dirty="0"/>
              <a:t>Подготовлено Калиевой </a:t>
            </a:r>
            <a:r>
              <a:rPr lang="ru-RU" sz="2000" dirty="0" err="1"/>
              <a:t>Девией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925738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4E30F87-7C83-78FA-6906-39E6EF34E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Задачи проекта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95E30F1-710E-2430-4460-122BD1AD5D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39840"/>
            <a:ext cx="10515600" cy="4351338"/>
          </a:xfrm>
        </p:spPr>
        <p:txBody>
          <a:bodyPr/>
          <a:lstStyle/>
          <a:p>
            <a:r>
              <a:rPr lang="ru-RU" dirty="0"/>
              <a:t>Углубиться в работу с </a:t>
            </a:r>
            <a:r>
              <a:rPr lang="ru-RU" b="1" dirty="0"/>
              <a:t>базами данных</a:t>
            </a:r>
            <a:r>
              <a:rPr lang="ru-RU" dirty="0"/>
              <a:t>, научиться подключать их к программам</a:t>
            </a:r>
          </a:p>
          <a:p>
            <a:r>
              <a:rPr lang="ru-RU" dirty="0"/>
              <a:t>Научиться </a:t>
            </a:r>
            <a:r>
              <a:rPr lang="ru-RU" b="1" dirty="0"/>
              <a:t>связывать</a:t>
            </a:r>
            <a:r>
              <a:rPr lang="ru-RU" dirty="0"/>
              <a:t> разные </a:t>
            </a:r>
            <a:r>
              <a:rPr lang="ru-RU" b="1" dirty="0"/>
              <a:t>системы</a:t>
            </a:r>
            <a:r>
              <a:rPr lang="ru-RU" dirty="0"/>
              <a:t> и </a:t>
            </a:r>
            <a:r>
              <a:rPr lang="ru-RU" b="1" dirty="0"/>
              <a:t>библиотеки</a:t>
            </a:r>
          </a:p>
        </p:txBody>
      </p:sp>
      <p:sp>
        <p:nvSpPr>
          <p:cNvPr id="4" name="Подзаголовок 2">
            <a:extLst>
              <a:ext uri="{FF2B5EF4-FFF2-40B4-BE49-F238E27FC236}">
                <a16:creationId xmlns:a16="http://schemas.microsoft.com/office/drawing/2014/main" id="{98ADCFC9-EEDC-3E17-1D0D-620833E8B97D}"/>
              </a:ext>
            </a:extLst>
          </p:cNvPr>
          <p:cNvSpPr txBox="1">
            <a:spLocks/>
          </p:cNvSpPr>
          <p:nvPr/>
        </p:nvSpPr>
        <p:spPr>
          <a:xfrm>
            <a:off x="1602693" y="6492875"/>
            <a:ext cx="9144000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ru-RU" sz="2000" dirty="0"/>
              <a:t>Подготовлено Калиевой </a:t>
            </a:r>
            <a:r>
              <a:rPr lang="ru-RU" sz="2000" dirty="0" err="1"/>
              <a:t>Девией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735800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97A4F60-8A1F-6CC1-4B9F-CF8217D738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Методы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97A8599-F027-676F-9C59-F3B211732A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SQLite</a:t>
            </a:r>
            <a:r>
              <a:rPr lang="en-US" dirty="0"/>
              <a:t> </a:t>
            </a:r>
            <a:r>
              <a:rPr lang="ru-RU" dirty="0"/>
              <a:t>для базы данных</a:t>
            </a:r>
          </a:p>
          <a:p>
            <a:r>
              <a:rPr lang="en-US" b="1" dirty="0" err="1"/>
              <a:t>Tkinter</a:t>
            </a:r>
            <a:r>
              <a:rPr lang="en-US" dirty="0"/>
              <a:t> </a:t>
            </a:r>
            <a:r>
              <a:rPr lang="ru-RU" dirty="0"/>
              <a:t>для дизайна</a:t>
            </a:r>
          </a:p>
          <a:p>
            <a:r>
              <a:rPr lang="en-US" b="1" dirty="0"/>
              <a:t>Python </a:t>
            </a:r>
            <a:r>
              <a:rPr lang="ru-RU" dirty="0"/>
              <a:t>для основной части программирования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2CF4B7-9EC1-27FD-C851-D7477C0B85B7}"/>
              </a:ext>
            </a:extLst>
          </p:cNvPr>
          <p:cNvSpPr txBox="1"/>
          <p:nvPr/>
        </p:nvSpPr>
        <p:spPr>
          <a:xfrm>
            <a:off x="3048000" y="648866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1800" dirty="0"/>
              <a:t>Подготовлено Калиевой </a:t>
            </a:r>
            <a:r>
              <a:rPr lang="ru-RU" sz="1800" dirty="0" err="1"/>
              <a:t>Девией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573247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AEA9BD-75F9-CDAF-FFA4-0706346767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3606" y="70267"/>
            <a:ext cx="10515600" cy="1325563"/>
          </a:xfrm>
        </p:spPr>
        <p:txBody>
          <a:bodyPr/>
          <a:lstStyle/>
          <a:p>
            <a:pPr algn="ctr"/>
            <a:r>
              <a:rPr lang="ru-RU" dirty="0"/>
              <a:t>Результат</a:t>
            </a:r>
            <a:endParaRPr lang="en-US" dirty="0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D50FB749-A642-8F71-71C9-39F8C1FECE34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220176" y="2142769"/>
            <a:ext cx="3324225" cy="3133725"/>
          </a:xfrm>
          <a:prstGeom prst="rect">
            <a:avLst/>
          </a:prstGeom>
        </p:spPr>
      </p:pic>
      <p:sp>
        <p:nvSpPr>
          <p:cNvPr id="8" name="Объект 7">
            <a:extLst>
              <a:ext uri="{FF2B5EF4-FFF2-40B4-BE49-F238E27FC236}">
                <a16:creationId xmlns:a16="http://schemas.microsoft.com/office/drawing/2014/main" id="{087C2912-3C8C-AC82-7330-5CCC2327B9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95726" y="1533962"/>
            <a:ext cx="5181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800" dirty="0"/>
              <a:t>Окно регистрации</a:t>
            </a:r>
            <a:endParaRPr lang="en-US" sz="2800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68A1AA3-2AF9-6E32-9767-E5F04734E7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2699" y="2216447"/>
            <a:ext cx="2478348" cy="423443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54C508C-F4AF-FC7A-C629-E582AFC3AE14}"/>
              </a:ext>
            </a:extLst>
          </p:cNvPr>
          <p:cNvSpPr txBox="1"/>
          <p:nvPr/>
        </p:nvSpPr>
        <p:spPr>
          <a:xfrm>
            <a:off x="1086169" y="1507689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/>
              <a:t>Окно входа/логина</a:t>
            </a:r>
            <a:endParaRPr lang="en-US" sz="2800" dirty="0"/>
          </a:p>
        </p:txBody>
      </p:sp>
      <p:sp>
        <p:nvSpPr>
          <p:cNvPr id="16" name="Стрелка: штриховая вправо 15">
            <a:extLst>
              <a:ext uri="{FF2B5EF4-FFF2-40B4-BE49-F238E27FC236}">
                <a16:creationId xmlns:a16="http://schemas.microsoft.com/office/drawing/2014/main" id="{7461E8CE-B897-46DA-7DD9-71338DCF880F}"/>
              </a:ext>
            </a:extLst>
          </p:cNvPr>
          <p:cNvSpPr/>
          <p:nvPr/>
        </p:nvSpPr>
        <p:spPr>
          <a:xfrm>
            <a:off x="4305750" y="4784834"/>
            <a:ext cx="3121573" cy="323194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1D48A13-B701-DF0B-A91C-7926D4DE8D6A}"/>
              </a:ext>
            </a:extLst>
          </p:cNvPr>
          <p:cNvSpPr txBox="1"/>
          <p:nvPr/>
        </p:nvSpPr>
        <p:spPr>
          <a:xfrm>
            <a:off x="3048000" y="648866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1800" dirty="0"/>
              <a:t>Подготовлено Калиевой </a:t>
            </a:r>
            <a:r>
              <a:rPr lang="ru-RU" sz="1800" dirty="0" err="1"/>
              <a:t>Девией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4230862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5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32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 build="p"/>
      <p:bldP spid="12" grpId="0"/>
      <p:bldP spid="1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3ACA5C15-95D8-3D40-3E38-6DC33ACCA3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1385" y="1899083"/>
            <a:ext cx="8825660" cy="1653180"/>
          </a:xfrm>
        </p:spPr>
        <p:txBody>
          <a:bodyPr/>
          <a:lstStyle/>
          <a:p>
            <a:r>
              <a:rPr lang="ru-RU" dirty="0"/>
              <a:t>Спасибо за внимание!</a:t>
            </a:r>
            <a:endParaRPr lang="en-US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C37AC140-B757-85F2-58E0-F0DD8390CE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409310" y="2725673"/>
            <a:ext cx="8825659" cy="860400"/>
          </a:xfrm>
        </p:spPr>
        <p:txBody>
          <a:bodyPr/>
          <a:lstStyle/>
          <a:p>
            <a:r>
              <a:rPr lang="ru-RU" sz="4800" dirty="0">
                <a:sym typeface="Wingdings" panose="05000000000000000000" pitchFamily="2" charset="2"/>
              </a:rPr>
              <a:t></a:t>
            </a:r>
          </a:p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4A11E0-C8A3-CADB-65F1-2066DB68F321}"/>
              </a:ext>
            </a:extLst>
          </p:cNvPr>
          <p:cNvSpPr txBox="1"/>
          <p:nvPr/>
        </p:nvSpPr>
        <p:spPr>
          <a:xfrm>
            <a:off x="2036686" y="6488668"/>
            <a:ext cx="81186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1800" dirty="0"/>
              <a:t>Подготовлено Калиевой </a:t>
            </a:r>
            <a:r>
              <a:rPr lang="ru-RU" sz="1800" dirty="0" err="1"/>
              <a:t>Девией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627489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build="p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Ион">
  <a:themeElements>
    <a:clrScheme name="Ион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Ион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Ион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83</TotalTime>
  <Words>110</Words>
  <Application>Microsoft Office PowerPoint</Application>
  <PresentationFormat>Широкоэкранный</PresentationFormat>
  <Paragraphs>29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1" baseType="lpstr">
      <vt:lpstr>Century Gothic</vt:lpstr>
      <vt:lpstr>Wingdings</vt:lpstr>
      <vt:lpstr>Wingdings 3</vt:lpstr>
      <vt:lpstr>Ион</vt:lpstr>
      <vt:lpstr>Система регистрации и входа в систему</vt:lpstr>
      <vt:lpstr>Актуальность: для чего может использоваться?</vt:lpstr>
      <vt:lpstr>Цели проекта</vt:lpstr>
      <vt:lpstr>Задачи проекта</vt:lpstr>
      <vt:lpstr>Методы</vt:lpstr>
      <vt:lpstr>Результат</vt:lpstr>
      <vt:lpstr>Спасибо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Devie Kalieva</dc:creator>
  <cp:lastModifiedBy>Devie Kalieva</cp:lastModifiedBy>
  <cp:revision>2</cp:revision>
  <dcterms:created xsi:type="dcterms:W3CDTF">2026-05-04T09:59:43Z</dcterms:created>
  <dcterms:modified xsi:type="dcterms:W3CDTF">2026-05-04T11:24:26Z</dcterms:modified>
</cp:coreProperties>
</file>