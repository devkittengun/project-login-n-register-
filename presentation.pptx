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308" autoAdjust="0"/>
  </p:normalViewPr>
  <p:slideViewPr>
    <p:cSldViewPr snapToGrid="0">
      <p:cViewPr varScale="1">
        <p:scale>
          <a:sx n="110" d="100"/>
          <a:sy n="110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42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68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4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63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04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6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21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668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292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1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6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0488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023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193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54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484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047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969C9B9-ED5D-43CB-AC1B-AF4C7874EDD9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960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FEB26-A58C-3CF3-1CBF-72517D6634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Система регистрации и входа в систему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45F1C4C-0AD6-B01B-BCA8-EEC0A5C44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925518"/>
            <a:ext cx="9144000" cy="1655762"/>
          </a:xfrm>
        </p:spPr>
        <p:txBody>
          <a:bodyPr/>
          <a:lstStyle/>
          <a:p>
            <a:r>
              <a:rPr lang="ru-RU" dirty="0"/>
              <a:t>Подготовлено Калиевой </a:t>
            </a:r>
            <a:r>
              <a:rPr lang="ru-RU" dirty="0" err="1"/>
              <a:t>Девией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588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4DB7-0B2A-7626-2625-3F8A45582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Актуальность: </a:t>
            </a:r>
            <a:r>
              <a:rPr lang="ru-RU" b="1" dirty="0"/>
              <a:t>для чего может использоваться?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D845B3-73C7-D705-BD86-13295E273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/>
          <a:lstStyle/>
          <a:p>
            <a:r>
              <a:rPr lang="ru-RU" dirty="0"/>
              <a:t>На сайтах </a:t>
            </a:r>
            <a:r>
              <a:rPr lang="ru-RU" b="1" dirty="0"/>
              <a:t>интернет-магазинов</a:t>
            </a:r>
            <a:r>
              <a:rPr lang="ru-RU" dirty="0"/>
              <a:t>, для оформления заказов</a:t>
            </a:r>
          </a:p>
          <a:p>
            <a:r>
              <a:rPr lang="ru-RU" dirty="0"/>
              <a:t>На сайтах предоставления </a:t>
            </a:r>
            <a:r>
              <a:rPr lang="ru-RU" b="1" dirty="0"/>
              <a:t>индивидуальных услуг</a:t>
            </a:r>
          </a:p>
          <a:p>
            <a:r>
              <a:rPr lang="ru-RU" dirty="0"/>
              <a:t>Сайты </a:t>
            </a:r>
            <a:r>
              <a:rPr lang="ru-RU" b="1" dirty="0"/>
              <a:t>блогов</a:t>
            </a:r>
          </a:p>
          <a:p>
            <a:r>
              <a:rPr lang="ru-RU" dirty="0"/>
              <a:t>Регистрации в </a:t>
            </a:r>
            <a:r>
              <a:rPr lang="ru-RU" b="1" dirty="0"/>
              <a:t>бонусной системе</a:t>
            </a:r>
            <a:r>
              <a:rPr lang="en-US" dirty="0"/>
              <a:t> </a:t>
            </a:r>
            <a:r>
              <a:rPr lang="ru-RU" dirty="0"/>
              <a:t>интернет-магазинов</a:t>
            </a:r>
          </a:p>
          <a:p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0D295D3A-FC6D-AFA8-1C95-A1E48ADF908D}"/>
              </a:ext>
            </a:extLst>
          </p:cNvPr>
          <p:cNvSpPr txBox="1">
            <a:spLocks/>
          </p:cNvSpPr>
          <p:nvPr/>
        </p:nvSpPr>
        <p:spPr>
          <a:xfrm>
            <a:off x="39902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7928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A39E7B-26E7-F8D5-9F40-B7B54240D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751CF2-1FE3-0A0D-B357-9232D61F1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Разработать систему регистрации и логина</a:t>
            </a:r>
          </a:p>
          <a:p>
            <a:r>
              <a:rPr lang="ru-RU" dirty="0"/>
              <a:t>Создать дизайн</a:t>
            </a:r>
          </a:p>
          <a:p>
            <a:r>
              <a:rPr lang="ru-RU" dirty="0"/>
              <a:t>Подключить базу данных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BB76DA4E-4F4E-2D47-8F34-05060BF15088}"/>
              </a:ext>
            </a:extLst>
          </p:cNvPr>
          <p:cNvSpPr txBox="1">
            <a:spLocks/>
          </p:cNvSpPr>
          <p:nvPr/>
        </p:nvSpPr>
        <p:spPr>
          <a:xfrm>
            <a:off x="4094386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573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30F87-7C83-78FA-6906-39E6EF34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E30F1-710E-2430-4460-122BD1AD5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9840"/>
            <a:ext cx="10515600" cy="4351338"/>
          </a:xfrm>
        </p:spPr>
        <p:txBody>
          <a:bodyPr/>
          <a:lstStyle/>
          <a:p>
            <a:r>
              <a:rPr lang="ru-RU" dirty="0"/>
              <a:t>Углубиться в работу с </a:t>
            </a:r>
            <a:r>
              <a:rPr lang="ru-RU" b="1" dirty="0"/>
              <a:t>базами данных</a:t>
            </a:r>
            <a:r>
              <a:rPr lang="ru-RU" dirty="0"/>
              <a:t>, научиться подключать их к программам</a:t>
            </a:r>
          </a:p>
          <a:p>
            <a:r>
              <a:rPr lang="ru-RU" dirty="0"/>
              <a:t>Научиться </a:t>
            </a:r>
            <a:r>
              <a:rPr lang="ru-RU" b="1" dirty="0"/>
              <a:t>связывать</a:t>
            </a:r>
            <a:r>
              <a:rPr lang="ru-RU" dirty="0"/>
              <a:t> разные </a:t>
            </a:r>
            <a:r>
              <a:rPr lang="ru-RU" b="1" dirty="0"/>
              <a:t>системы</a:t>
            </a:r>
            <a:r>
              <a:rPr lang="ru-RU" dirty="0"/>
              <a:t> и </a:t>
            </a:r>
            <a:r>
              <a:rPr lang="ru-RU" b="1" dirty="0"/>
              <a:t>библиотеки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8ADCFC9-EEDC-3E17-1D0D-620833E8B97D}"/>
              </a:ext>
            </a:extLst>
          </p:cNvPr>
          <p:cNvSpPr txBox="1">
            <a:spLocks/>
          </p:cNvSpPr>
          <p:nvPr/>
        </p:nvSpPr>
        <p:spPr>
          <a:xfrm>
            <a:off x="16026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3580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7A4F60-8A1F-6CC1-4B9F-CF8217D7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7A8599-F027-676F-9C59-F3B211732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SQLite</a:t>
            </a:r>
            <a:r>
              <a:rPr lang="en-US" dirty="0"/>
              <a:t> </a:t>
            </a:r>
            <a:r>
              <a:rPr lang="ru-RU" dirty="0"/>
              <a:t>для базы данных</a:t>
            </a:r>
          </a:p>
          <a:p>
            <a:r>
              <a:rPr lang="en-US" b="1" dirty="0" err="1"/>
              <a:t>Tkinter</a:t>
            </a:r>
            <a:r>
              <a:rPr lang="en-US" dirty="0"/>
              <a:t> </a:t>
            </a:r>
            <a:r>
              <a:rPr lang="ru-RU" dirty="0"/>
              <a:t>для дизайна</a:t>
            </a:r>
          </a:p>
          <a:p>
            <a:r>
              <a:rPr lang="en-US" b="1" dirty="0"/>
              <a:t>Python </a:t>
            </a:r>
            <a:r>
              <a:rPr lang="ru-RU" dirty="0"/>
              <a:t>для основной части программирования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F4B7-9EC1-27FD-C851-D7477C0B85B7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573247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EA9BD-75F9-CDAF-FFA4-070634676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606" y="70267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Результат</a:t>
            </a:r>
            <a:endParaRPr lang="en-US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50FB749-A642-8F71-71C9-39F8C1FECE3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20176" y="2142769"/>
            <a:ext cx="3324225" cy="3133725"/>
          </a:xfrm>
          <a:prstGeom prst="rect">
            <a:avLst/>
          </a:prstGeom>
        </p:spPr>
      </p:pic>
      <p:sp>
        <p:nvSpPr>
          <p:cNvPr id="8" name="Объект 7">
            <a:extLst>
              <a:ext uri="{FF2B5EF4-FFF2-40B4-BE49-F238E27FC236}">
                <a16:creationId xmlns:a16="http://schemas.microsoft.com/office/drawing/2014/main" id="{087C2912-3C8C-AC82-7330-5CCC2327B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95726" y="1533962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/>
              <a:t>Окно регистрации</a:t>
            </a:r>
            <a:endParaRPr lang="en-US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68A1AA3-2AF9-6E32-9767-E5F04734E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699" y="2216447"/>
            <a:ext cx="2478348" cy="4234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4C508C-F4AF-FC7A-C629-E582AFC3AE14}"/>
              </a:ext>
            </a:extLst>
          </p:cNvPr>
          <p:cNvSpPr txBox="1"/>
          <p:nvPr/>
        </p:nvSpPr>
        <p:spPr>
          <a:xfrm>
            <a:off x="1086169" y="150768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Окно входа/логина</a:t>
            </a:r>
            <a:endParaRPr lang="en-US" sz="2800" dirty="0"/>
          </a:p>
        </p:txBody>
      </p:sp>
      <p:sp>
        <p:nvSpPr>
          <p:cNvPr id="16" name="Стрелка: штриховая вправо 15">
            <a:extLst>
              <a:ext uri="{FF2B5EF4-FFF2-40B4-BE49-F238E27FC236}">
                <a16:creationId xmlns:a16="http://schemas.microsoft.com/office/drawing/2014/main" id="{7461E8CE-B897-46DA-7DD9-71338DCF880F}"/>
              </a:ext>
            </a:extLst>
          </p:cNvPr>
          <p:cNvSpPr/>
          <p:nvPr/>
        </p:nvSpPr>
        <p:spPr>
          <a:xfrm>
            <a:off x="4305750" y="4784834"/>
            <a:ext cx="3121573" cy="323194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D48A13-B701-DF0B-A91C-7926D4DE8D6A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3086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ACA5C15-95D8-3D40-3E38-6DC33ACCA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385" y="1899083"/>
            <a:ext cx="8825660" cy="165318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  <a:endParaRPr lang="en-US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37AC140-B757-85F2-58E0-F0DD8390C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09310" y="2725673"/>
            <a:ext cx="8825659" cy="860400"/>
          </a:xfrm>
        </p:spPr>
        <p:txBody>
          <a:bodyPr/>
          <a:lstStyle/>
          <a:p>
            <a:r>
              <a:rPr lang="ru-RU" sz="4800" dirty="0">
                <a:sym typeface="Wingdings" panose="05000000000000000000" pitchFamily="2" charset="2"/>
              </a:rPr>
              <a:t>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4A11E0-C8A3-CADB-65F1-2066DB68F321}"/>
              </a:ext>
            </a:extLst>
          </p:cNvPr>
          <p:cNvSpPr txBox="1"/>
          <p:nvPr/>
        </p:nvSpPr>
        <p:spPr>
          <a:xfrm>
            <a:off x="2036686" y="6488668"/>
            <a:ext cx="8118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274893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78</TotalTime>
  <Words>110</Words>
  <Application>Microsoft Office PowerPoint</Application>
  <PresentationFormat>Широкоэкранный</PresentationFormat>
  <Paragraphs>29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Century Gothic</vt:lpstr>
      <vt:lpstr>Wingdings</vt:lpstr>
      <vt:lpstr>Wingdings 3</vt:lpstr>
      <vt:lpstr>Ион</vt:lpstr>
      <vt:lpstr>Система регистрации и входа в систему</vt:lpstr>
      <vt:lpstr>Актуальность: для чего может использоваться?</vt:lpstr>
      <vt:lpstr>Цели проекта</vt:lpstr>
      <vt:lpstr>Задачи проекта</vt:lpstr>
      <vt:lpstr>Методы</vt:lpstr>
      <vt:lpstr>Результат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Devie Kalieva</dc:creator>
  <cp:lastModifiedBy>Devie Kalieva</cp:lastModifiedBy>
  <cp:revision>1</cp:revision>
  <dcterms:created xsi:type="dcterms:W3CDTF">2026-05-04T09:59:43Z</dcterms:created>
  <dcterms:modified xsi:type="dcterms:W3CDTF">2026-05-04T11:18:30Z</dcterms:modified>
</cp:coreProperties>
</file>